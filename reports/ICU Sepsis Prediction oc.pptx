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92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</Words>
  <Application>Microsoft Office PowerPoint</Application>
  <PresentationFormat>On-screen Show (16:9)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</dc:title>
  <dc:subject>Screenshot-based PPTX</dc:subject>
  <dc:creator>Open Design</dc:creator>
  <cp:lastModifiedBy>Abdullah Al Noman</cp:lastModifiedBy>
  <cp:revision>2</cp:revision>
  <dcterms:created xsi:type="dcterms:W3CDTF">2026-07-28T17:00:25Z</dcterms:created>
  <dcterms:modified xsi:type="dcterms:W3CDTF">2026-07-29T04:47:40Z</dcterms:modified>
</cp:coreProperties>
</file>